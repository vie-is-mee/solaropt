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03_N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04_What_is_Solar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05_Input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06_Core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07_Adaptive_Re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08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09_Different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10_Roadmap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11_Busine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12_Finance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13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14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