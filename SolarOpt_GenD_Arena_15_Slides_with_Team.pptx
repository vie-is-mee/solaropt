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01_01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1"/>
          </a:solidFill>
          <a:ln w="12700">
            <a:solidFill>
              <a:srgbClr val="F5FA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trời hôm nay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 một ngày mai xanh hơn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2606040" y="384048"/>
            <a:ext cx="640080" cy="0"/>
          </a:xfrm>
          <a:prstGeom prst="line">
            <a:avLst/>
          </a:prstGeom>
          <a:noFill/>
          <a:ln w="12700">
            <a:solidFill>
              <a:srgbClr val="9DA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228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8675A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Năng lượng sạch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48675A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Cuộc sống tốt đẹp hơn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7132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Đội ngũ Axiom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38912" y="12435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58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Những thành viên xây dựng SolarOpt cho GenD Arena 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0" y="960120"/>
            <a:ext cx="1143000" cy="347472"/>
          </a:xfrm>
          <a:prstGeom prst="roundRect">
            <a:avLst/>
          </a:prstGeom>
          <a:solidFill>
            <a:srgbClr val="E7F4E5"/>
          </a:solidFill>
          <a:ln w="12700">
            <a:solidFill>
              <a:srgbClr val="C9E4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04241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5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491472" y="960120"/>
            <a:ext cx="1554480" cy="347472"/>
          </a:xfrm>
          <a:prstGeom prst="roundRect">
            <a:avLst/>
          </a:prstGeom>
          <a:solidFill>
            <a:srgbClr val="E7F4E5"/>
          </a:solidFill>
          <a:ln w="12700">
            <a:solidFill>
              <a:srgbClr val="C9E4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91472" y="10424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5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ĐHQG TP.HCM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155680" y="960120"/>
            <a:ext cx="685800" cy="347472"/>
          </a:xfrm>
          <a:prstGeom prst="roundRect">
            <a:avLst/>
          </a:prstGeom>
          <a:solidFill>
            <a:srgbClr val="E7F4E5"/>
          </a:solidFill>
          <a:ln w="12700">
            <a:solidFill>
              <a:srgbClr val="C9E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0" y="10424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5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1783080"/>
            <a:ext cx="4114800" cy="3977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CFE7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2029968"/>
            <a:ext cx="1143000" cy="1143000"/>
          </a:xfrm>
          <a:prstGeom prst="roundRect">
            <a:avLst>
              <a:gd name="adj" fmla="val 16000"/>
            </a:avLst>
          </a:prstGeom>
          <a:solidFill>
            <a:srgbClr val="D6EED8"/>
          </a:solidFill>
          <a:ln w="12700">
            <a:solidFill>
              <a:srgbClr val="B6DA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3682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3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2121408" y="2048256"/>
            <a:ext cx="1097280" cy="310896"/>
          </a:xfrm>
          <a:prstGeom prst="roundRect">
            <a:avLst>
              <a:gd name="adj" fmla="val 29412"/>
            </a:avLst>
          </a:prstGeom>
          <a:solidFill>
            <a:srgbClr val="FFE9B6"/>
          </a:solidFill>
          <a:ln w="12700">
            <a:solidFill>
              <a:srgbClr val="F3C8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212140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552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Nhóm trưởng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" y="333756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Nguyễn Võ An Vi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68096" y="3767328"/>
            <a:ext cx="36118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86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· 2006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861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Trường Đại học Công nghệ Thông tin – ĐHQG TP.HCM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68096" y="4599432"/>
            <a:ext cx="3429000" cy="749808"/>
          </a:xfrm>
          <a:prstGeom prst="roundRect">
            <a:avLst>
              <a:gd name="adj" fmla="val 14634"/>
            </a:avLst>
          </a:prstGeom>
          <a:solidFill>
            <a:srgbClr val="F2F8F0"/>
          </a:solidFill>
          <a:ln w="12700">
            <a:solidFill>
              <a:srgbClr val="E1EC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7365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C5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 trò trong slide: đại diện nhóm, điều phối luồng trình bày và chịu trách nhiệm tổng hợp hồ sơ dự án.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983480" y="1847088"/>
            <a:ext cx="3108960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D9E9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84648" y="2103120"/>
            <a:ext cx="566928" cy="566928"/>
          </a:xfrm>
          <a:prstGeom prst="ellipse">
            <a:avLst/>
          </a:prstGeom>
          <a:solidFill>
            <a:srgbClr val="E2F1E1"/>
          </a:solidFill>
          <a:ln w="12700">
            <a:solidFill>
              <a:srgbClr val="C7E1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227685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85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916168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3D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Trần Khôi Nguyên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5916168" y="2450592"/>
            <a:ext cx="877824" cy="237744"/>
          </a:xfrm>
          <a:prstGeom prst="roundRect">
            <a:avLst>
              <a:gd name="adj" fmla="val 30769"/>
            </a:avLst>
          </a:prstGeom>
          <a:solidFill>
            <a:srgbClr val="ECF7EA"/>
          </a:solidFill>
          <a:ln w="12700">
            <a:solidFill>
              <a:srgbClr val="D4E9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16168" y="2514600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F5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Thành viên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5916168" y="279806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· 2006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26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UIT – ĐHQG TP.HCM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403336" y="1847088"/>
            <a:ext cx="3108960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D9E9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04504" y="2103120"/>
            <a:ext cx="566928" cy="566928"/>
          </a:xfrm>
          <a:prstGeom prst="ellipse">
            <a:avLst/>
          </a:prstGeom>
          <a:solidFill>
            <a:srgbClr val="E2F1E1"/>
          </a:solidFill>
          <a:ln w="12700">
            <a:solidFill>
              <a:srgbClr val="C7E1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04504" y="227685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85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9336024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3D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Lê Thiện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9336024" y="2450592"/>
            <a:ext cx="877824" cy="237744"/>
          </a:xfrm>
          <a:prstGeom prst="roundRect">
            <a:avLst>
              <a:gd name="adj" fmla="val 30769"/>
            </a:avLst>
          </a:prstGeom>
          <a:solidFill>
            <a:srgbClr val="ECF7EA"/>
          </a:solidFill>
          <a:ln w="12700">
            <a:solidFill>
              <a:srgbClr val="D4E9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36024" y="2514600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F5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Thành viên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9336024" y="279806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· 2006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26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UIT – ĐHQG TP.HCM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983480" y="3822192"/>
            <a:ext cx="3108960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D9E9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84648" y="4078224"/>
            <a:ext cx="566928" cy="566928"/>
          </a:xfrm>
          <a:prstGeom prst="ellipse">
            <a:avLst/>
          </a:prstGeom>
          <a:solidFill>
            <a:srgbClr val="E2F1E1"/>
          </a:solidFill>
          <a:ln w="12700">
            <a:solidFill>
              <a:srgbClr val="C7E1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84648" y="42519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85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5916168" y="4059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3D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Nguyễn Hoàng Minh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5916168" y="4425696"/>
            <a:ext cx="877824" cy="237744"/>
          </a:xfrm>
          <a:prstGeom prst="roundRect">
            <a:avLst>
              <a:gd name="adj" fmla="val 30769"/>
            </a:avLst>
          </a:prstGeom>
          <a:solidFill>
            <a:srgbClr val="ECF7EA"/>
          </a:solidFill>
          <a:ln w="12700">
            <a:solidFill>
              <a:srgbClr val="D4E9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16168" y="448970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F5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Thành viên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5916168" y="477316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· 2006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26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UIT – ĐHQG TP.HCM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8403336" y="3822192"/>
            <a:ext cx="3108960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D9E9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04504" y="4078224"/>
            <a:ext cx="566928" cy="566928"/>
          </a:xfrm>
          <a:prstGeom prst="ellipse">
            <a:avLst/>
          </a:prstGeom>
          <a:solidFill>
            <a:srgbClr val="E2F1E1"/>
          </a:solidFill>
          <a:ln w="12700">
            <a:solidFill>
              <a:srgbClr val="C7E1C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04504" y="42519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85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9336024" y="4059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3D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Lê Văn Thanh Mạnh</a:t>
            </a:r>
            <a:endParaRPr lang="en-US" sz="1550" dirty="0"/>
          </a:p>
        </p:txBody>
      </p:sp>
      <p:sp>
        <p:nvSpPr>
          <p:cNvPr id="48" name="Shape 46"/>
          <p:cNvSpPr/>
          <p:nvPr/>
        </p:nvSpPr>
        <p:spPr>
          <a:xfrm>
            <a:off x="9336024" y="4425696"/>
            <a:ext cx="877824" cy="237744"/>
          </a:xfrm>
          <a:prstGeom prst="roundRect">
            <a:avLst>
              <a:gd name="adj" fmla="val 30769"/>
            </a:avLst>
          </a:prstGeom>
          <a:solidFill>
            <a:srgbClr val="ECF7EA"/>
          </a:solidFill>
          <a:ln w="12700">
            <a:solidFill>
              <a:srgbClr val="D4E9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36024" y="448970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F5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Thành viên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9336024" y="477316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· 2006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26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UIT – ĐHQG TP.HCM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786384" y="5852160"/>
            <a:ext cx="10607040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3E7D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7552" y="5952744"/>
            <a:ext cx="10195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C49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thành viên cùng nền tảng UIT, cùng hướng tới một mục tiêu: biến SolarOpt thành công cụ thiết kế điện mặt trời dễ dùng, có thể kiểm chứng và phù hợp thực tế Việt Nam.</a:t>
            </a:r>
            <a:endParaRPr lang="en-US" sz="1120" dirty="0"/>
          </a:p>
        </p:txBody>
      </p:sp>
      <p:sp>
        <p:nvSpPr>
          <p:cNvPr id="53" name="Shape 5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02_02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03_03_N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04_04_What_is_SolarO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05_05_Input_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06_06_Core_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07_07_Adaptive_Re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08_08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09_09_Differenti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10_10_Roadmap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11_11_Business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12_12_Finance_Enviro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13_13_Ri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aropt_ppt_assets/14_14_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65562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936224" y="6675120"/>
            <a:ext cx="411480" cy="0"/>
          </a:xfrm>
          <a:prstGeom prst="line">
            <a:avLst/>
          </a:prstGeom>
          <a:noFill/>
          <a:ln w="12700">
            <a:solidFill>
              <a:srgbClr val="9AAD9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74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Axiom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SolarOpt GenD Arena 2026 Pitch Deck</dc:title>
  <dc:subject>SolarOpt GenD Arena 2026 Pitch Deck</dc:subject>
  <dc:creator>OpenAI</dc:creator>
  <cp:lastModifiedBy>OpenAI</cp:lastModifiedBy>
  <cp:revision>1</cp:revision>
  <dcterms:created xsi:type="dcterms:W3CDTF">2026-09-20T07:30:54Z</dcterms:created>
  <dcterms:modified xsi:type="dcterms:W3CDTF">2026-09-20T07:30:54Z</dcterms:modified>
</cp:coreProperties>
</file>